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15"/>
  </p:notesMasterIdLst>
  <p:sldIdLst>
    <p:sldId id="256" r:id="rId5"/>
    <p:sldId id="283" r:id="rId6"/>
    <p:sldId id="257" r:id="rId7"/>
    <p:sldId id="258" r:id="rId8"/>
    <p:sldId id="287" r:id="rId9"/>
    <p:sldId id="292" r:id="rId10"/>
    <p:sldId id="294" r:id="rId11"/>
    <p:sldId id="285" r:id="rId12"/>
    <p:sldId id="293" r:id="rId13"/>
    <p:sldId id="28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1E42"/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F3AF3-E51B-4265-AE01-951320DABF16}" v="10" dt="2026-04-11T20:27:26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74372" autoAdjust="0"/>
  </p:normalViewPr>
  <p:slideViewPr>
    <p:cSldViewPr snapToGrid="0">
      <p:cViewPr varScale="1">
        <p:scale>
          <a:sx n="41" d="100"/>
          <a:sy n="41" d="100"/>
        </p:scale>
        <p:origin x="5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Crest" userId="a18192cee22b14ef" providerId="LiveId" clId="{F6A4E89F-FC5E-4687-BAB0-B17DCCBD5A4A}"/>
    <pc:docChg chg="custSel addSld delSld modSld sldOrd">
      <pc:chgData name="Alex Crest" userId="a18192cee22b14ef" providerId="LiveId" clId="{F6A4E89F-FC5E-4687-BAB0-B17DCCBD5A4A}" dt="2026-04-12T23:32:07.364" v="4170" actId="20577"/>
      <pc:docMkLst>
        <pc:docMk/>
      </pc:docMkLst>
      <pc:sldChg chg="modSp mod">
        <pc:chgData name="Alex Crest" userId="a18192cee22b14ef" providerId="LiveId" clId="{F6A4E89F-FC5E-4687-BAB0-B17DCCBD5A4A}" dt="2026-04-11T17:08:18.228" v="87" actId="14100"/>
        <pc:sldMkLst>
          <pc:docMk/>
          <pc:sldMk cId="40268896" sldId="256"/>
        </pc:sldMkLst>
        <pc:spChg chg="mod">
          <ac:chgData name="Alex Crest" userId="a18192cee22b14ef" providerId="LiveId" clId="{F6A4E89F-FC5E-4687-BAB0-B17DCCBD5A4A}" dt="2026-04-11T17:08:18.228" v="87" actId="14100"/>
          <ac:spMkLst>
            <pc:docMk/>
            <pc:sldMk cId="40268896" sldId="256"/>
            <ac:spMk id="3" creationId="{D1AFC3FB-DF21-6266-EA9C-DB2E79878F92}"/>
          </ac:spMkLst>
        </pc:spChg>
      </pc:sldChg>
      <pc:sldChg chg="addSp delSp modSp mod modNotesTx">
        <pc:chgData name="Alex Crest" userId="a18192cee22b14ef" providerId="LiveId" clId="{F6A4E89F-FC5E-4687-BAB0-B17DCCBD5A4A}" dt="2026-04-12T23:32:07.364" v="4170" actId="20577"/>
        <pc:sldMkLst>
          <pc:docMk/>
          <pc:sldMk cId="2577635408" sldId="257"/>
        </pc:sldMkLst>
        <pc:spChg chg="mod">
          <ac:chgData name="Alex Crest" userId="a18192cee22b14ef" providerId="LiveId" clId="{F6A4E89F-FC5E-4687-BAB0-B17DCCBD5A4A}" dt="2026-04-11T19:53:25.769" v="3337" actId="20577"/>
          <ac:spMkLst>
            <pc:docMk/>
            <pc:sldMk cId="2577635408" sldId="257"/>
            <ac:spMk id="2" creationId="{2EE9D09F-1E6A-4463-9162-BB9C91BC0DAC}"/>
          </ac:spMkLst>
        </pc:spChg>
        <pc:spChg chg="add mod">
          <ac:chgData name="Alex Crest" userId="a18192cee22b14ef" providerId="LiveId" clId="{F6A4E89F-FC5E-4687-BAB0-B17DCCBD5A4A}" dt="2026-04-12T23:32:07.364" v="4170" actId="20577"/>
          <ac:spMkLst>
            <pc:docMk/>
            <pc:sldMk cId="2577635408" sldId="257"/>
            <ac:spMk id="3" creationId="{25C8A563-C478-F0BF-C93B-7E4545A33AB5}"/>
          </ac:spMkLst>
        </pc:spChg>
        <pc:spChg chg="del">
          <ac:chgData name="Alex Crest" userId="a18192cee22b14ef" providerId="LiveId" clId="{F6A4E89F-FC5E-4687-BAB0-B17DCCBD5A4A}" dt="2026-04-11T17:18:58.142" v="440" actId="478"/>
          <ac:spMkLst>
            <pc:docMk/>
            <pc:sldMk cId="2577635408" sldId="257"/>
            <ac:spMk id="4" creationId="{F28CB3B9-DBDD-87AB-82D7-56E27CA03ECB}"/>
          </ac:spMkLst>
        </pc:spChg>
      </pc:sldChg>
      <pc:sldChg chg="addSp delSp modSp mod">
        <pc:chgData name="Alex Crest" userId="a18192cee22b14ef" providerId="LiveId" clId="{F6A4E89F-FC5E-4687-BAB0-B17DCCBD5A4A}" dt="2026-04-11T18:51:59.762" v="1930" actId="20577"/>
        <pc:sldMkLst>
          <pc:docMk/>
          <pc:sldMk cId="469010280" sldId="258"/>
        </pc:sldMkLst>
        <pc:spChg chg="mod">
          <ac:chgData name="Alex Crest" userId="a18192cee22b14ef" providerId="LiveId" clId="{F6A4E89F-FC5E-4687-BAB0-B17DCCBD5A4A}" dt="2026-04-11T17:20:18.754" v="507" actId="20577"/>
          <ac:spMkLst>
            <pc:docMk/>
            <pc:sldMk cId="469010280" sldId="258"/>
            <ac:spMk id="2" creationId="{F29DD455-E6E2-437E-99D2-5279CE2535F6}"/>
          </ac:spMkLst>
        </pc:spChg>
        <pc:spChg chg="mod">
          <ac:chgData name="Alex Crest" userId="a18192cee22b14ef" providerId="LiveId" clId="{F6A4E89F-FC5E-4687-BAB0-B17DCCBD5A4A}" dt="2026-04-11T18:51:59.762" v="1930" actId="20577"/>
          <ac:spMkLst>
            <pc:docMk/>
            <pc:sldMk cId="469010280" sldId="258"/>
            <ac:spMk id="3" creationId="{C8290B68-1810-42B4-A767-127981EADCEC}"/>
          </ac:spMkLst>
        </pc:spChg>
        <pc:spChg chg="del mod">
          <ac:chgData name="Alex Crest" userId="a18192cee22b14ef" providerId="LiveId" clId="{F6A4E89F-FC5E-4687-BAB0-B17DCCBD5A4A}" dt="2026-04-11T18:08:18.055" v="1149"/>
          <ac:spMkLst>
            <pc:docMk/>
            <pc:sldMk cId="469010280" sldId="258"/>
            <ac:spMk id="7" creationId="{297DD99A-C213-4711-AC7D-820C923D5C44}"/>
          </ac:spMkLst>
        </pc:spChg>
        <pc:picChg chg="add del mod">
          <ac:chgData name="Alex Crest" userId="a18192cee22b14ef" providerId="LiveId" clId="{F6A4E89F-FC5E-4687-BAB0-B17DCCBD5A4A}" dt="2026-04-11T17:22:05.582" v="734" actId="478"/>
          <ac:picMkLst>
            <pc:docMk/>
            <pc:sldMk cId="469010280" sldId="258"/>
            <ac:picMk id="5" creationId="{2767487A-9E49-39EB-7493-81C8420D56CA}"/>
          </ac:picMkLst>
        </pc:picChg>
        <pc:picChg chg="del">
          <ac:chgData name="Alex Crest" userId="a18192cee22b14ef" providerId="LiveId" clId="{F6A4E89F-FC5E-4687-BAB0-B17DCCBD5A4A}" dt="2026-04-11T17:20:20.584" v="508" actId="478"/>
          <ac:picMkLst>
            <pc:docMk/>
            <pc:sldMk cId="469010280" sldId="258"/>
            <ac:picMk id="6" creationId="{6B175281-1C29-43D5-A0A6-7550FED68F65}"/>
          </ac:picMkLst>
        </pc:picChg>
        <pc:picChg chg="add mod modCrop">
          <ac:chgData name="Alex Crest" userId="a18192cee22b14ef" providerId="LiveId" clId="{F6A4E89F-FC5E-4687-BAB0-B17DCCBD5A4A}" dt="2026-04-11T17:22:38.111" v="741" actId="1076"/>
          <ac:picMkLst>
            <pc:docMk/>
            <pc:sldMk cId="469010280" sldId="258"/>
            <ac:picMk id="9" creationId="{ED0A5F59-0A06-B8B2-E6D8-49897515F6D7}"/>
          </ac:picMkLst>
        </pc:picChg>
      </pc:sldChg>
      <pc:sldChg chg="addSp delSp modSp mod">
        <pc:chgData name="Alex Crest" userId="a18192cee22b14ef" providerId="LiveId" clId="{F6A4E89F-FC5E-4687-BAB0-B17DCCBD5A4A}" dt="2026-04-11T20:27:31.608" v="4149" actId="26606"/>
        <pc:sldMkLst>
          <pc:docMk/>
          <pc:sldMk cId="3089399495" sldId="283"/>
        </pc:sldMkLst>
        <pc:spChg chg="mod">
          <ac:chgData name="Alex Crest" userId="a18192cee22b14ef" providerId="LiveId" clId="{F6A4E89F-FC5E-4687-BAB0-B17DCCBD5A4A}" dt="2026-04-11T20:27:31.608" v="4149" actId="26606"/>
          <ac:spMkLst>
            <pc:docMk/>
            <pc:sldMk cId="3089399495" sldId="283"/>
            <ac:spMk id="2" creationId="{2EE9D09F-1E6A-4463-9162-BB9C91BC0DAC}"/>
          </ac:spMkLst>
        </pc:spChg>
        <pc:spChg chg="mod">
          <ac:chgData name="Alex Crest" userId="a18192cee22b14ef" providerId="LiveId" clId="{F6A4E89F-FC5E-4687-BAB0-B17DCCBD5A4A}" dt="2026-04-11T20:27:31.608" v="4149" actId="26606"/>
          <ac:spMkLst>
            <pc:docMk/>
            <pc:sldMk cId="3089399495" sldId="283"/>
            <ac:spMk id="6" creationId="{8FAA3E5F-AC40-4BD6-87AC-1007B6E82E66}"/>
          </ac:spMkLst>
        </pc:spChg>
        <pc:spChg chg="add">
          <ac:chgData name="Alex Crest" userId="a18192cee22b14ef" providerId="LiveId" clId="{F6A4E89F-FC5E-4687-BAB0-B17DCCBD5A4A}" dt="2026-04-11T20:27:31.608" v="4149" actId="26606"/>
          <ac:spMkLst>
            <pc:docMk/>
            <pc:sldMk cId="3089399495" sldId="283"/>
            <ac:spMk id="11" creationId="{3BCB5F6A-9EB0-40B0-9D13-3023E9A20508}"/>
          </ac:spMkLst>
        </pc:spChg>
        <pc:picChg chg="add mod">
          <ac:chgData name="Alex Crest" userId="a18192cee22b14ef" providerId="LiveId" clId="{F6A4E89F-FC5E-4687-BAB0-B17DCCBD5A4A}" dt="2026-04-11T20:27:31.608" v="4149" actId="26606"/>
          <ac:picMkLst>
            <pc:docMk/>
            <pc:sldMk cId="3089399495" sldId="283"/>
            <ac:picMk id="3" creationId="{95805401-3185-6EAA-0D36-BD7AA72038AB}"/>
          </ac:picMkLst>
        </pc:picChg>
        <pc:picChg chg="del">
          <ac:chgData name="Alex Crest" userId="a18192cee22b14ef" providerId="LiveId" clId="{F6A4E89F-FC5E-4687-BAB0-B17DCCBD5A4A}" dt="2026-04-11T20:27:25.473" v="4147" actId="478"/>
          <ac:picMkLst>
            <pc:docMk/>
            <pc:sldMk cId="3089399495" sldId="283"/>
            <ac:picMk id="5" creationId="{004B37A0-A86F-40C4-80E7-64A6C6E2C128}"/>
          </ac:picMkLst>
        </pc:picChg>
      </pc:sldChg>
      <pc:sldChg chg="delSp modSp mod ord">
        <pc:chgData name="Alex Crest" userId="a18192cee22b14ef" providerId="LiveId" clId="{F6A4E89F-FC5E-4687-BAB0-B17DCCBD5A4A}" dt="2026-04-11T20:26:14.606" v="4084" actId="20577"/>
        <pc:sldMkLst>
          <pc:docMk/>
          <pc:sldMk cId="457858153" sldId="285"/>
        </pc:sldMkLst>
        <pc:spChg chg="mod">
          <ac:chgData name="Alex Crest" userId="a18192cee22b14ef" providerId="LiveId" clId="{F6A4E89F-FC5E-4687-BAB0-B17DCCBD5A4A}" dt="2026-04-11T18:17:22.725" v="1837" actId="20577"/>
          <ac:spMkLst>
            <pc:docMk/>
            <pc:sldMk cId="457858153" sldId="285"/>
            <ac:spMk id="2" creationId="{F29DD455-E6E2-437E-99D2-5279CE2535F6}"/>
          </ac:spMkLst>
        </pc:spChg>
        <pc:spChg chg="mod">
          <ac:chgData name="Alex Crest" userId="a18192cee22b14ef" providerId="LiveId" clId="{F6A4E89F-FC5E-4687-BAB0-B17DCCBD5A4A}" dt="2026-04-11T20:26:14.606" v="4084" actId="20577"/>
          <ac:spMkLst>
            <pc:docMk/>
            <pc:sldMk cId="457858153" sldId="285"/>
            <ac:spMk id="3" creationId="{C8290B68-1810-42B4-A767-127981EADCEC}"/>
          </ac:spMkLst>
        </pc:spChg>
        <pc:spChg chg="del">
          <ac:chgData name="Alex Crest" userId="a18192cee22b14ef" providerId="LiveId" clId="{F6A4E89F-FC5E-4687-BAB0-B17DCCBD5A4A}" dt="2026-04-11T18:17:30.332" v="1839" actId="478"/>
          <ac:spMkLst>
            <pc:docMk/>
            <pc:sldMk cId="457858153" sldId="285"/>
            <ac:spMk id="7" creationId="{297DD99A-C213-4711-AC7D-820C923D5C44}"/>
          </ac:spMkLst>
        </pc:spChg>
        <pc:spChg chg="del">
          <ac:chgData name="Alex Crest" userId="a18192cee22b14ef" providerId="LiveId" clId="{F6A4E89F-FC5E-4687-BAB0-B17DCCBD5A4A}" dt="2026-04-11T18:17:27.131" v="1838" actId="478"/>
          <ac:spMkLst>
            <pc:docMk/>
            <pc:sldMk cId="457858153" sldId="285"/>
            <ac:spMk id="8" creationId="{89DCA8E9-EF00-4870-A2C5-97B9E3108393}"/>
          </ac:spMkLst>
        </pc:spChg>
        <pc:picChg chg="del">
          <ac:chgData name="Alex Crest" userId="a18192cee22b14ef" providerId="LiveId" clId="{F6A4E89F-FC5E-4687-BAB0-B17DCCBD5A4A}" dt="2026-04-11T18:17:12.684" v="1827" actId="478"/>
          <ac:picMkLst>
            <pc:docMk/>
            <pc:sldMk cId="457858153" sldId="285"/>
            <ac:picMk id="5" creationId="{CA2F6BEC-FAE9-4BC8-8E19-3F6C395E43E4}"/>
          </ac:picMkLst>
        </pc:picChg>
      </pc:sldChg>
      <pc:sldChg chg="addSp delSp modSp mod">
        <pc:chgData name="Alex Crest" userId="a18192cee22b14ef" providerId="LiveId" clId="{F6A4E89F-FC5E-4687-BAB0-B17DCCBD5A4A}" dt="2026-04-11T20:27:49.158" v="4150" actId="313"/>
        <pc:sldMkLst>
          <pc:docMk/>
          <pc:sldMk cId="4064535349" sldId="287"/>
        </pc:sldMkLst>
        <pc:spChg chg="mod">
          <ac:chgData name="Alex Crest" userId="a18192cee22b14ef" providerId="LiveId" clId="{F6A4E89F-FC5E-4687-BAB0-B17DCCBD5A4A}" dt="2026-04-11T18:08:31.065" v="1185" actId="20577"/>
          <ac:spMkLst>
            <pc:docMk/>
            <pc:sldMk cId="4064535349" sldId="287"/>
            <ac:spMk id="2" creationId="{F29DD455-E6E2-437E-99D2-5279CE2535F6}"/>
          </ac:spMkLst>
        </pc:spChg>
        <pc:spChg chg="mod">
          <ac:chgData name="Alex Crest" userId="a18192cee22b14ef" providerId="LiveId" clId="{F6A4E89F-FC5E-4687-BAB0-B17DCCBD5A4A}" dt="2026-04-11T20:27:49.158" v="4150" actId="313"/>
          <ac:spMkLst>
            <pc:docMk/>
            <pc:sldMk cId="4064535349" sldId="287"/>
            <ac:spMk id="3" creationId="{C8290B68-1810-42B4-A767-127981EADCEC}"/>
          </ac:spMkLst>
        </pc:spChg>
        <pc:spChg chg="add">
          <ac:chgData name="Alex Crest" userId="a18192cee22b14ef" providerId="LiveId" clId="{F6A4E89F-FC5E-4687-BAB0-B17DCCBD5A4A}" dt="2026-04-11T18:09:38.376" v="1217"/>
          <ac:spMkLst>
            <pc:docMk/>
            <pc:sldMk cId="4064535349" sldId="287"/>
            <ac:spMk id="4" creationId="{298B3637-714B-3AE7-81F8-5081D1A55553}"/>
          </ac:spMkLst>
        </pc:spChg>
        <pc:picChg chg="add mod">
          <ac:chgData name="Alex Crest" userId="a18192cee22b14ef" providerId="LiveId" clId="{F6A4E89F-FC5E-4687-BAB0-B17DCCBD5A4A}" dt="2026-04-11T18:15:19.282" v="1717"/>
          <ac:picMkLst>
            <pc:docMk/>
            <pc:sldMk cId="4064535349" sldId="287"/>
            <ac:picMk id="5" creationId="{24BDDA20-CD5D-983C-BF37-5F1EEEE3B39C}"/>
          </ac:picMkLst>
        </pc:picChg>
        <pc:picChg chg="del">
          <ac:chgData name="Alex Crest" userId="a18192cee22b14ef" providerId="LiveId" clId="{F6A4E89F-FC5E-4687-BAB0-B17DCCBD5A4A}" dt="2026-04-11T18:15:14.268" v="1716" actId="478"/>
          <ac:picMkLst>
            <pc:docMk/>
            <pc:sldMk cId="4064535349" sldId="287"/>
            <ac:picMk id="6" creationId="{6B175281-1C29-43D5-A0A6-7550FED68F65}"/>
          </ac:picMkLst>
        </pc:picChg>
      </pc:sldChg>
      <pc:sldChg chg="del">
        <pc:chgData name="Alex Crest" userId="a18192cee22b14ef" providerId="LiveId" clId="{F6A4E89F-FC5E-4687-BAB0-B17DCCBD5A4A}" dt="2026-04-11T20:24:30.927" v="3986" actId="47"/>
        <pc:sldMkLst>
          <pc:docMk/>
          <pc:sldMk cId="3684119766" sldId="288"/>
        </pc:sldMkLst>
      </pc:sldChg>
      <pc:sldChg chg="del">
        <pc:chgData name="Alex Crest" userId="a18192cee22b14ef" providerId="LiveId" clId="{F6A4E89F-FC5E-4687-BAB0-B17DCCBD5A4A}" dt="2026-04-11T20:25:27.482" v="4057" actId="47"/>
        <pc:sldMkLst>
          <pc:docMk/>
          <pc:sldMk cId="2758534087" sldId="289"/>
        </pc:sldMkLst>
      </pc:sldChg>
      <pc:sldChg chg="addSp delSp modSp mod">
        <pc:chgData name="Alex Crest" userId="a18192cee22b14ef" providerId="LiveId" clId="{F6A4E89F-FC5E-4687-BAB0-B17DCCBD5A4A}" dt="2026-04-11T19:59:22.413" v="3380" actId="20577"/>
        <pc:sldMkLst>
          <pc:docMk/>
          <pc:sldMk cId="3593407456" sldId="292"/>
        </pc:sldMkLst>
        <pc:spChg chg="mod">
          <ac:chgData name="Alex Crest" userId="a18192cee22b14ef" providerId="LiveId" clId="{F6A4E89F-FC5E-4687-BAB0-B17DCCBD5A4A}" dt="2026-04-11T18:11:29.119" v="1438" actId="20577"/>
          <ac:spMkLst>
            <pc:docMk/>
            <pc:sldMk cId="3593407456" sldId="292"/>
            <ac:spMk id="2" creationId="{F29DD455-E6E2-437E-99D2-5279CE2535F6}"/>
          </ac:spMkLst>
        </pc:spChg>
        <pc:spChg chg="mod">
          <ac:chgData name="Alex Crest" userId="a18192cee22b14ef" providerId="LiveId" clId="{F6A4E89F-FC5E-4687-BAB0-B17DCCBD5A4A}" dt="2026-04-11T19:59:22.413" v="3380" actId="20577"/>
          <ac:spMkLst>
            <pc:docMk/>
            <pc:sldMk cId="3593407456" sldId="292"/>
            <ac:spMk id="3" creationId="{C8290B68-1810-42B4-A767-127981EADCEC}"/>
          </ac:spMkLst>
        </pc:spChg>
        <pc:picChg chg="add mod">
          <ac:chgData name="Alex Crest" userId="a18192cee22b14ef" providerId="LiveId" clId="{F6A4E89F-FC5E-4687-BAB0-B17DCCBD5A4A}" dt="2026-04-11T18:15:23.391" v="1718"/>
          <ac:picMkLst>
            <pc:docMk/>
            <pc:sldMk cId="3593407456" sldId="292"/>
            <ac:picMk id="4" creationId="{7A1A8863-C232-8EC2-3E6A-1F4A54E8AF01}"/>
          </ac:picMkLst>
        </pc:picChg>
        <pc:picChg chg="del">
          <ac:chgData name="Alex Crest" userId="a18192cee22b14ef" providerId="LiveId" clId="{F6A4E89F-FC5E-4687-BAB0-B17DCCBD5A4A}" dt="2026-04-11T18:11:57.451" v="1485" actId="478"/>
          <ac:picMkLst>
            <pc:docMk/>
            <pc:sldMk cId="3593407456" sldId="292"/>
            <ac:picMk id="6" creationId="{6B175281-1C29-43D5-A0A6-7550FED68F65}"/>
          </ac:picMkLst>
        </pc:picChg>
      </pc:sldChg>
      <pc:sldChg chg="delSp modSp mod">
        <pc:chgData name="Alex Crest" userId="a18192cee22b14ef" providerId="LiveId" clId="{F6A4E89F-FC5E-4687-BAB0-B17DCCBD5A4A}" dt="2026-04-12T18:18:21.929" v="4166" actId="20577"/>
        <pc:sldMkLst>
          <pc:docMk/>
          <pc:sldMk cId="2486830813" sldId="293"/>
        </pc:sldMkLst>
        <pc:spChg chg="mod">
          <ac:chgData name="Alex Crest" userId="a18192cee22b14ef" providerId="LiveId" clId="{F6A4E89F-FC5E-4687-BAB0-B17DCCBD5A4A}" dt="2026-04-11T19:50:40.830" v="3070" actId="20577"/>
          <ac:spMkLst>
            <pc:docMk/>
            <pc:sldMk cId="2486830813" sldId="293"/>
            <ac:spMk id="2" creationId="{87F5380F-B36A-78E6-34A6-D6E31314EBFB}"/>
          </ac:spMkLst>
        </pc:spChg>
        <pc:spChg chg="mod">
          <ac:chgData name="Alex Crest" userId="a18192cee22b14ef" providerId="LiveId" clId="{F6A4E89F-FC5E-4687-BAB0-B17DCCBD5A4A}" dt="2026-04-12T18:18:21.929" v="4166" actId="20577"/>
          <ac:spMkLst>
            <pc:docMk/>
            <pc:sldMk cId="2486830813" sldId="293"/>
            <ac:spMk id="3" creationId="{AB502F3C-93A2-45E2-CB78-D4898321859D}"/>
          </ac:spMkLst>
        </pc:spChg>
        <pc:picChg chg="del">
          <ac:chgData name="Alex Crest" userId="a18192cee22b14ef" providerId="LiveId" clId="{F6A4E89F-FC5E-4687-BAB0-B17DCCBD5A4A}" dt="2026-04-11T19:50:42.601" v="3071" actId="478"/>
          <ac:picMkLst>
            <pc:docMk/>
            <pc:sldMk cId="2486830813" sldId="293"/>
            <ac:picMk id="5" creationId="{F81A72FA-A6F8-9FC1-8D8A-86BC4F3F02C8}"/>
          </ac:picMkLst>
        </pc:picChg>
      </pc:sldChg>
      <pc:sldChg chg="modSp add mod ord">
        <pc:chgData name="Alex Crest" userId="a18192cee22b14ef" providerId="LiveId" clId="{F6A4E89F-FC5E-4687-BAB0-B17DCCBD5A4A}" dt="2026-04-11T19:40:55.471" v="2844" actId="20577"/>
        <pc:sldMkLst>
          <pc:docMk/>
          <pc:sldMk cId="3578320722" sldId="294"/>
        </pc:sldMkLst>
        <pc:spChg chg="mod">
          <ac:chgData name="Alex Crest" userId="a18192cee22b14ef" providerId="LiveId" clId="{F6A4E89F-FC5E-4687-BAB0-B17DCCBD5A4A}" dt="2026-04-11T18:56:27.397" v="2354" actId="20577"/>
          <ac:spMkLst>
            <pc:docMk/>
            <pc:sldMk cId="3578320722" sldId="294"/>
            <ac:spMk id="2" creationId="{043E3222-64D2-2E57-9ACA-EE97AAA19945}"/>
          </ac:spMkLst>
        </pc:spChg>
        <pc:spChg chg="mod">
          <ac:chgData name="Alex Crest" userId="a18192cee22b14ef" providerId="LiveId" clId="{F6A4E89F-FC5E-4687-BAB0-B17DCCBD5A4A}" dt="2026-04-11T19:40:55.471" v="2844" actId="20577"/>
          <ac:spMkLst>
            <pc:docMk/>
            <pc:sldMk cId="3578320722" sldId="294"/>
            <ac:spMk id="3" creationId="{15CB22B8-5FF2-72B8-D187-9BF9EAE9F5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20DB3-DB4E-455A-B8BD-AA7FEFD7CD8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E8176-A870-43EE-B2AB-C4200210AE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468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Who am I?</a:t>
            </a:r>
          </a:p>
          <a:p>
            <a:r>
              <a:rPr lang="en-GB" dirty="0"/>
              <a:t>- Alex: Archaeologist, </a:t>
            </a:r>
          </a:p>
          <a:p>
            <a:pPr marL="171450" indent="-171450">
              <a:buFontTx/>
              <a:buChar char="-"/>
            </a:pPr>
            <a:r>
              <a:rPr lang="en-GB" dirty="0"/>
              <a:t>I use Sentiment Analysis to assess found data: Social  media comments about archaeological sites; and Google maps reviews. I have historically used these tools for other research projects.</a:t>
            </a:r>
          </a:p>
          <a:p>
            <a:pPr marL="171450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E8176-A870-43EE-B2AB-C4200210AE6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716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E8176-A870-43EE-B2AB-C4200210AE6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891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63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4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7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65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92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72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67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7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61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823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309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878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769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672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522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55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935DE-EE82-448F-BD2C-F33E7B672033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7BE3ED9-553B-4B53-A8D6-B79202B4B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08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13652E18-EADA-4806-860F-2D28DC07DD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4" r="16963" b="9091"/>
          <a:stretch/>
        </p:blipFill>
        <p:spPr>
          <a:xfrm>
            <a:off x="516797" y="2033195"/>
            <a:ext cx="6001990" cy="48248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8B6D63-D41F-48B5-BEA8-1EA498A4D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832" y="557997"/>
            <a:ext cx="8327922" cy="1356551"/>
          </a:xfrm>
        </p:spPr>
        <p:txBody>
          <a:bodyPr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b="1" i="0" dirty="0">
                <a:solidFill>
                  <a:schemeClr val="accent1">
                    <a:lumMod val="50000"/>
                  </a:schemeClr>
                </a:solidFill>
                <a:effectLst/>
                <a:latin typeface="Segoe UI" panose="020B0502040204020203" pitchFamily="34" charset="0"/>
              </a:rPr>
              <a:t>Introduction to R and RStudio</a:t>
            </a:r>
          </a:p>
        </p:txBody>
      </p:sp>
      <p:pic>
        <p:nvPicPr>
          <p:cNvPr id="4" name="Google Shape;121;p4">
            <a:extLst>
              <a:ext uri="{FF2B5EF4-FFF2-40B4-BE49-F238E27FC236}">
                <a16:creationId xmlns:a16="http://schemas.microsoft.com/office/drawing/2014/main" id="{DC10FA58-D404-01E7-6562-5B11DA37AC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4711" y="5063674"/>
            <a:ext cx="1787289" cy="17943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D1BC27-D318-6B72-28FE-DAEEE9C2C1E7}"/>
              </a:ext>
            </a:extLst>
          </p:cNvPr>
          <p:cNvSpPr txBox="1"/>
          <p:nvPr/>
        </p:nvSpPr>
        <p:spPr>
          <a:xfrm>
            <a:off x="5712667" y="6300003"/>
            <a:ext cx="3258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Javiera.Alfaro@ed.ac.uk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CA9E7-CFE1-3ABB-F177-0B6123D41FFE}"/>
              </a:ext>
            </a:extLst>
          </p:cNvPr>
          <p:cNvSpPr txBox="1"/>
          <p:nvPr/>
        </p:nvSpPr>
        <p:spPr>
          <a:xfrm>
            <a:off x="5712667" y="5871348"/>
            <a:ext cx="3258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r.m.m.davies@sms.ed.ac.uk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66FE63-19F7-3CED-EF8E-A10204008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AFC3FB-DF21-6266-EA9C-DB2E79878F92}"/>
              </a:ext>
            </a:extLst>
          </p:cNvPr>
          <p:cNvSpPr txBox="1"/>
          <p:nvPr/>
        </p:nvSpPr>
        <p:spPr>
          <a:xfrm>
            <a:off x="6933063" y="3944203"/>
            <a:ext cx="5258937" cy="3046988"/>
          </a:xfrm>
          <a:prstGeom prst="rect">
            <a:avLst/>
          </a:prstGeom>
          <a:solidFill>
            <a:srgbClr val="041E42"/>
          </a:solidFill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  <a:latin typeface="Bauhaus 93" panose="04030905020B02020C02" pitchFamily="82" charset="0"/>
              </a:rPr>
              <a:t>COMPARING SENTIMENT ANALYSIS MODELS IN R</a:t>
            </a:r>
          </a:p>
        </p:txBody>
      </p:sp>
    </p:spTree>
    <p:extLst>
      <p:ext uri="{BB962C8B-B14F-4D97-AF65-F5344CB8AC3E}">
        <p14:creationId xmlns:p14="http://schemas.microsoft.com/office/powerpoint/2010/main" val="4026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D09F-1E6A-4463-9162-BB9C91BC0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Before Starting…</a:t>
            </a:r>
          </a:p>
        </p:txBody>
      </p:sp>
      <p:sp>
        <p:nvSpPr>
          <p:cNvPr id="6" name="Google Shape;115;p4">
            <a:extLst>
              <a:ext uri="{FF2B5EF4-FFF2-40B4-BE49-F238E27FC236}">
                <a16:creationId xmlns:a16="http://schemas.microsoft.com/office/drawing/2014/main" id="{8FAA3E5F-AC40-4BD6-87AC-1007B6E82E66}"/>
              </a:ext>
            </a:extLst>
          </p:cNvPr>
          <p:cNvSpPr txBox="1"/>
          <p:nvPr/>
        </p:nvSpPr>
        <p:spPr>
          <a:xfrm>
            <a:off x="5209563" y="2160589"/>
            <a:ext cx="4064439" cy="388077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 The Workshop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Format: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Work through code together on R Studio – discuss questions as we go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Learning outcomes: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Get a basic understanding of sentiment analysis, the different tools, and how to complete this in R.</a:t>
            </a:r>
          </a:p>
          <a:p>
            <a:pPr lv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To Do: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Calibri"/>
              </a:rPr>
              <a:t>Open R, and load the .md file for this workshop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marR="0" lvl="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805401-3185-6EAA-0D36-BD7AA7203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20" r="29831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399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D09F-1E6A-4463-9162-BB9C91BC0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206" y="440924"/>
            <a:ext cx="8596668" cy="1320800"/>
          </a:xfrm>
        </p:spPr>
        <p:txBody>
          <a:bodyPr/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Today</a:t>
            </a:r>
            <a:r>
              <a:rPr lang="en-GB" dirty="0"/>
              <a:t>…</a:t>
            </a:r>
          </a:p>
        </p:txBody>
      </p:sp>
      <p:pic>
        <p:nvPicPr>
          <p:cNvPr id="7" name="Google Shape;121;p4">
            <a:extLst>
              <a:ext uri="{FF2B5EF4-FFF2-40B4-BE49-F238E27FC236}">
                <a16:creationId xmlns:a16="http://schemas.microsoft.com/office/drawing/2014/main" id="{A4AA2B25-8BE2-4C59-8F08-2D2E6D9673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829" y="5523927"/>
            <a:ext cx="1185882" cy="109561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C8A563-C478-F0BF-C93B-7E4545A33AB5}"/>
              </a:ext>
            </a:extLst>
          </p:cNvPr>
          <p:cNvSpPr txBox="1"/>
          <p:nvPr/>
        </p:nvSpPr>
        <p:spPr>
          <a:xfrm>
            <a:off x="354842" y="1351128"/>
            <a:ext cx="876028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14:05 - 14:10 1) Housekeeping</a:t>
            </a:r>
          </a:p>
          <a:p>
            <a:endParaRPr lang="en-GB" dirty="0"/>
          </a:p>
          <a:p>
            <a:r>
              <a:rPr lang="en-GB" dirty="0"/>
              <a:t>14:10 - 14:20 2) Introduction to Sentiment Analysis: What, Why, How?</a:t>
            </a:r>
          </a:p>
          <a:p>
            <a:endParaRPr lang="en-GB" dirty="0"/>
          </a:p>
          <a:p>
            <a:r>
              <a:rPr lang="en-GB" dirty="0"/>
              <a:t>14:20 - 14:30 3) Practical: A Pipeline for Text Preprocessing</a:t>
            </a:r>
          </a:p>
          <a:p>
            <a:endParaRPr lang="en-GB" dirty="0"/>
          </a:p>
          <a:p>
            <a:r>
              <a:rPr lang="en-GB"/>
              <a:t>14:30 </a:t>
            </a:r>
            <a:r>
              <a:rPr lang="en-GB" dirty="0"/>
              <a:t>- 15:10 4) A Comparative Look at Three Examples</a:t>
            </a:r>
          </a:p>
          <a:p>
            <a:endParaRPr lang="en-GB" dirty="0"/>
          </a:p>
          <a:p>
            <a:r>
              <a:rPr lang="en-GB" dirty="0"/>
              <a:t>15:10 - 15:20 5) Comfort Break</a:t>
            </a:r>
          </a:p>
          <a:p>
            <a:endParaRPr lang="en-GB" dirty="0"/>
          </a:p>
          <a:p>
            <a:r>
              <a:rPr lang="en-GB" dirty="0"/>
              <a:t>15:20 - 15:50 6) Analysing Sentiment Scores: Outputs, Variables and Understanding</a:t>
            </a:r>
          </a:p>
          <a:p>
            <a:endParaRPr lang="en-GB" dirty="0"/>
          </a:p>
          <a:p>
            <a:r>
              <a:rPr lang="en-GB" dirty="0"/>
              <a:t>15:50 - 16:00 7) Final Q and A </a:t>
            </a:r>
          </a:p>
        </p:txBody>
      </p:sp>
    </p:spTree>
    <p:extLst>
      <p:ext uri="{BB962C8B-B14F-4D97-AF65-F5344CB8AC3E}">
        <p14:creationId xmlns:p14="http://schemas.microsoft.com/office/powerpoint/2010/main" val="2577635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D455-E6E2-437E-99D2-5279CE25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What is Sentiment Analysis?</a:t>
            </a:r>
            <a:br>
              <a:rPr lang="en-GB" sz="2800" dirty="0"/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0B68-1810-42B4-A767-127981EA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Sentiment analysis is a way of computationally identifying subjective information in text: such as underlying emotions or opinions</a:t>
            </a:r>
            <a:endParaRPr lang="en-GB" dirty="0"/>
          </a:p>
          <a:p>
            <a:r>
              <a:rPr lang="en-US" dirty="0"/>
              <a:t>Most tools apply a positive, negative or neutral score, though others offer more targeted emotional recognition</a:t>
            </a:r>
          </a:p>
          <a:p>
            <a:r>
              <a:rPr lang="en-US" dirty="0"/>
              <a:t>Different models exist, and not all programs calculate sentiment the same way.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0A5F59-0A06-B8B2-E6D8-49897515F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51" r="19292"/>
          <a:stretch>
            <a:fillRect/>
          </a:stretch>
        </p:blipFill>
        <p:spPr>
          <a:xfrm>
            <a:off x="5745708" y="1487606"/>
            <a:ext cx="3713082" cy="356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10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D455-E6E2-437E-99D2-5279CE25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4287140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Uses of 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0B68-1810-42B4-A767-127981EA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6" y="2160589"/>
            <a:ext cx="4481919" cy="3560733"/>
          </a:xfrm>
        </p:spPr>
        <p:txBody>
          <a:bodyPr>
            <a:noAutofit/>
          </a:bodyPr>
          <a:lstStyle/>
          <a:p>
            <a:r>
              <a:rPr lang="en-GB" sz="2000" b="1" dirty="0"/>
              <a:t>The uses of Sentiment Analysis are wide ranging</a:t>
            </a:r>
          </a:p>
          <a:p>
            <a:r>
              <a:rPr lang="en-GB" sz="2000" dirty="0"/>
              <a:t>Business and Customer Insights</a:t>
            </a:r>
          </a:p>
          <a:p>
            <a:r>
              <a:rPr lang="en-GB" sz="2000" dirty="0"/>
              <a:t>Social Media Monitoring</a:t>
            </a:r>
          </a:p>
          <a:p>
            <a:r>
              <a:rPr lang="en-GB" sz="2000" dirty="0"/>
              <a:t>Marketing</a:t>
            </a:r>
          </a:p>
          <a:p>
            <a:r>
              <a:rPr lang="en-GB" sz="2000" dirty="0"/>
              <a:t>Consumer Studies</a:t>
            </a:r>
          </a:p>
          <a:p>
            <a:r>
              <a:rPr lang="en-GB" sz="2000" dirty="0"/>
              <a:t>Chatbot AI</a:t>
            </a:r>
          </a:p>
          <a:p>
            <a:r>
              <a:rPr lang="en-GB" sz="2000" dirty="0"/>
              <a:t>Opinion Studies</a:t>
            </a:r>
          </a:p>
          <a:p>
            <a:r>
              <a:rPr lang="en-GB" sz="2000" dirty="0"/>
              <a:t>Healthcare and Participant Feedback</a:t>
            </a:r>
          </a:p>
          <a:p>
            <a:r>
              <a:rPr lang="en-GB" sz="2000" dirty="0"/>
              <a:t>+ Many more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DDA20-CD5D-983C-BF37-5F1EEEE3B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51" r="19292"/>
          <a:stretch>
            <a:fillRect/>
          </a:stretch>
        </p:blipFill>
        <p:spPr>
          <a:xfrm>
            <a:off x="5745708" y="1487606"/>
            <a:ext cx="3713082" cy="356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3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D455-E6E2-437E-99D2-5279CE25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Why use Sentiment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0B68-1810-42B4-A767-127981EA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4656090" cy="3560733"/>
          </a:xfrm>
        </p:spPr>
        <p:txBody>
          <a:bodyPr>
            <a:noAutofit/>
          </a:bodyPr>
          <a:lstStyle/>
          <a:p>
            <a:r>
              <a:rPr lang="en-GB" sz="2000" dirty="0"/>
              <a:t>Quantitative, reproducible.</a:t>
            </a:r>
          </a:p>
          <a:p>
            <a:r>
              <a:rPr lang="en-GB" sz="2000" dirty="0"/>
              <a:t>Wide range of developed options.</a:t>
            </a:r>
          </a:p>
          <a:p>
            <a:r>
              <a:rPr lang="en-GB" sz="2000" dirty="0"/>
              <a:t>Quick and Comparable</a:t>
            </a:r>
          </a:p>
          <a:p>
            <a:r>
              <a:rPr lang="en-GB" sz="2000" dirty="0"/>
              <a:t>Ranges in complexity from simple lexicon-based to more specialised rule-based programs </a:t>
            </a:r>
          </a:p>
          <a:p>
            <a:r>
              <a:rPr lang="en-GB" sz="2000" dirty="0"/>
              <a:t>By now standard in text analysis applications, so whether you want to get into academia or business, sentiment analysis is an important skill to have</a:t>
            </a:r>
          </a:p>
          <a:p>
            <a:r>
              <a:rPr lang="en-GB" sz="2000" dirty="0"/>
              <a:t>Transferable data science skillset</a:t>
            </a:r>
          </a:p>
          <a:p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1A8863-C232-8EC2-3E6A-1F4A54E8A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51" r="19292"/>
          <a:stretch>
            <a:fillRect/>
          </a:stretch>
        </p:blipFill>
        <p:spPr>
          <a:xfrm>
            <a:off x="5745708" y="1487606"/>
            <a:ext cx="3713082" cy="356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07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09AEC-6C04-B185-F7DD-E33DFDFB0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3222-64D2-2E57-9ACA-EE97AAA19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5" y="609600"/>
            <a:ext cx="6464767" cy="132080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2800" dirty="0">
                <a:solidFill>
                  <a:schemeClr val="accent1">
                    <a:lumMod val="50000"/>
                  </a:schemeClr>
                </a:solidFill>
              </a:rPr>
              <a:t>Some difficulties: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B22B8-5FF2-72B8-D187-9BF9EAE9F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72" y="1044199"/>
            <a:ext cx="5470328" cy="3560733"/>
          </a:xfrm>
        </p:spPr>
        <p:txBody>
          <a:bodyPr>
            <a:noAutofit/>
          </a:bodyPr>
          <a:lstStyle/>
          <a:p>
            <a:endParaRPr lang="en-US" sz="2000" dirty="0"/>
          </a:p>
          <a:p>
            <a:r>
              <a:rPr lang="en-US" sz="2000" dirty="0"/>
              <a:t>Useful for initial exploratory analysis. </a:t>
            </a:r>
          </a:p>
          <a:p>
            <a:r>
              <a:rPr lang="en-US" sz="2000" dirty="0"/>
              <a:t>Difficulties in understanding sarcasm, or complex texts with multiple subjects:</a:t>
            </a:r>
          </a:p>
          <a:p>
            <a:pPr lvl="1"/>
            <a:r>
              <a:rPr lang="en-GB" sz="1800" dirty="0"/>
              <a:t>“The burrito was delicious, but the soda was flat”</a:t>
            </a:r>
          </a:p>
          <a:p>
            <a:pPr lvl="1"/>
            <a:r>
              <a:rPr lang="en-GB" sz="1800" dirty="0"/>
              <a:t>“Great film, totally worth the ticket price”</a:t>
            </a:r>
          </a:p>
          <a:p>
            <a:r>
              <a:rPr lang="en-GB" sz="2000" dirty="0"/>
              <a:t>People are more likely to be positive in social situations than negative </a:t>
            </a:r>
            <a:r>
              <a:rPr lang="en-GB" dirty="0"/>
              <a:t>(Guerra et al., 2014; Jordan et al., 2011)</a:t>
            </a:r>
            <a:endParaRPr lang="en-GB" sz="2000" dirty="0"/>
          </a:p>
          <a:p>
            <a:r>
              <a:rPr lang="en-GB" sz="2000" dirty="0"/>
              <a:t>People are more likely to express extreme rather than average feelings (</a:t>
            </a:r>
            <a:r>
              <a:rPr lang="es-ES" dirty="0"/>
              <a:t>Guerra et al., 2014; </a:t>
            </a:r>
            <a:r>
              <a:rPr lang="es-ES" dirty="0" err="1"/>
              <a:t>Dellarocas</a:t>
            </a:r>
            <a:r>
              <a:rPr lang="es-ES" dirty="0"/>
              <a:t> and </a:t>
            </a:r>
            <a:r>
              <a:rPr lang="es-ES" dirty="0" err="1"/>
              <a:t>Narayan</a:t>
            </a:r>
            <a:r>
              <a:rPr lang="es-ES" dirty="0"/>
              <a:t>, 2006).</a:t>
            </a:r>
          </a:p>
          <a:p>
            <a:r>
              <a:rPr lang="es-ES" sz="2000" dirty="0" err="1"/>
              <a:t>Qualify</a:t>
            </a:r>
            <a:r>
              <a:rPr lang="es-ES" sz="2000" dirty="0"/>
              <a:t> </a:t>
            </a:r>
            <a:r>
              <a:rPr lang="es-ES" sz="2000" dirty="0" err="1"/>
              <a:t>or</a:t>
            </a:r>
            <a:r>
              <a:rPr lang="es-ES" sz="2000" dirty="0"/>
              <a:t> combine </a:t>
            </a:r>
            <a:r>
              <a:rPr lang="es-ES" sz="2000" dirty="0" err="1"/>
              <a:t>sentiment</a:t>
            </a:r>
            <a:r>
              <a:rPr lang="es-ES" sz="2000" dirty="0"/>
              <a:t> </a:t>
            </a:r>
            <a:r>
              <a:rPr lang="es-ES" sz="2000" dirty="0" err="1"/>
              <a:t>analysis</a:t>
            </a:r>
            <a:r>
              <a:rPr lang="es-ES" sz="2000" dirty="0"/>
              <a:t> </a:t>
            </a:r>
            <a:r>
              <a:rPr lang="es-ES" sz="2000" dirty="0" err="1"/>
              <a:t>with</a:t>
            </a:r>
            <a:r>
              <a:rPr lang="es-ES" sz="2000" dirty="0"/>
              <a:t> </a:t>
            </a:r>
            <a:r>
              <a:rPr lang="es-ES" sz="2000" dirty="0" err="1"/>
              <a:t>other</a:t>
            </a:r>
            <a:r>
              <a:rPr lang="es-ES" sz="2000" dirty="0"/>
              <a:t> </a:t>
            </a:r>
            <a:r>
              <a:rPr lang="es-ES" sz="2000" dirty="0" err="1"/>
              <a:t>methods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8320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D455-E6E2-437E-99D2-5279CE25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5" y="609600"/>
            <a:ext cx="6464767" cy="1320800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2800" dirty="0">
                <a:solidFill>
                  <a:schemeClr val="accent1">
                    <a:lumMod val="50000"/>
                  </a:schemeClr>
                </a:solidFill>
              </a:rPr>
              <a:t>What Categories of Sentiment Analysis are there?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0B68-1810-42B4-A767-127981EA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71" y="1648633"/>
            <a:ext cx="9479223" cy="3560733"/>
          </a:xfrm>
        </p:spPr>
        <p:txBody>
          <a:bodyPr>
            <a:noAutofit/>
          </a:bodyPr>
          <a:lstStyle/>
          <a:p>
            <a:r>
              <a:rPr lang="en-GB" sz="2000" dirty="0"/>
              <a:t>There are many open-source programs in R, and options are available in Python also. In practice they are divided into different categories of complexity </a:t>
            </a:r>
          </a:p>
          <a:p>
            <a:r>
              <a:rPr lang="en-GB" sz="2000" dirty="0"/>
              <a:t>Approaches</a:t>
            </a:r>
          </a:p>
          <a:p>
            <a:pPr lvl="1"/>
            <a:r>
              <a:rPr lang="en-GB" sz="1800" dirty="0"/>
              <a:t>Rule-Based (predefined set of rules and lexicons, dictionaries)</a:t>
            </a:r>
          </a:p>
          <a:p>
            <a:pPr lvl="1"/>
            <a:r>
              <a:rPr lang="en-GB" sz="1800" dirty="0"/>
              <a:t>Machine Learning (Trained on data, including deep learning and syntax awareness)</a:t>
            </a:r>
          </a:p>
          <a:p>
            <a:pPr lvl="1"/>
            <a:r>
              <a:rPr lang="en-GB" sz="1800" dirty="0"/>
              <a:t>Hybrid: A combination of the two </a:t>
            </a:r>
          </a:p>
          <a:p>
            <a:r>
              <a:rPr lang="en-GB" sz="2000" dirty="0"/>
              <a:t>Types</a:t>
            </a:r>
          </a:p>
          <a:p>
            <a:pPr lvl="1"/>
            <a:r>
              <a:rPr lang="en-GB" sz="1800" dirty="0"/>
              <a:t>Polarity (offered by most sentiment tools)</a:t>
            </a:r>
          </a:p>
          <a:p>
            <a:pPr lvl="1"/>
            <a:r>
              <a:rPr lang="en-GB" sz="1800" dirty="0"/>
              <a:t>Emotion Based (underlying psychological qualities of the text and author)</a:t>
            </a:r>
          </a:p>
          <a:p>
            <a:pPr lvl="1"/>
            <a:r>
              <a:rPr lang="en-GB" sz="1800" dirty="0"/>
              <a:t>Fine Grained (Grades based on the emotion)</a:t>
            </a:r>
          </a:p>
          <a:p>
            <a:pPr lvl="1"/>
            <a:r>
              <a:rPr lang="en-GB" sz="1800" dirty="0"/>
              <a:t>Feature/Aspect based (Focussed on specific attribute of wider subject)</a:t>
            </a:r>
            <a:endParaRPr lang="en-GB" sz="1600" dirty="0"/>
          </a:p>
          <a:p>
            <a:endParaRPr lang="en-GB" sz="18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785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380F-B36A-78E6-34A6-D6E31314E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GB" dirty="0"/>
              <a:t>What do you need?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02F3C-93A2-45E2-CB78-D48983218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36" y="1841665"/>
            <a:ext cx="4562323" cy="4269240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RStudio</a:t>
            </a:r>
          </a:p>
          <a:p>
            <a:pPr>
              <a:lnSpc>
                <a:spcPct val="90000"/>
              </a:lnSpc>
            </a:pPr>
            <a:r>
              <a:rPr lang="en-GB" dirty="0"/>
              <a:t>A corpus or corpora of processed text data</a:t>
            </a:r>
          </a:p>
          <a:p>
            <a:pPr>
              <a:lnSpc>
                <a:spcPct val="90000"/>
              </a:lnSpc>
            </a:pPr>
            <a:r>
              <a:rPr lang="en-GB" dirty="0"/>
              <a:t>An Output Folder</a:t>
            </a:r>
          </a:p>
          <a:p>
            <a:pPr>
              <a:lnSpc>
                <a:spcPct val="90000"/>
              </a:lnSpc>
            </a:pPr>
            <a:r>
              <a:rPr lang="en-GB" dirty="0"/>
              <a:t>Time</a:t>
            </a:r>
          </a:p>
          <a:p>
            <a:pPr>
              <a:lnSpc>
                <a:spcPct val="90000"/>
              </a:lnSpc>
            </a:pPr>
            <a:r>
              <a:rPr lang="en-GB" dirty="0"/>
              <a:t>We will guide you through an R markdown today as we introduce different methods. </a:t>
            </a:r>
          </a:p>
        </p:txBody>
      </p:sp>
    </p:spTree>
    <p:extLst>
      <p:ext uri="{BB962C8B-B14F-4D97-AF65-F5344CB8AC3E}">
        <p14:creationId xmlns:p14="http://schemas.microsoft.com/office/powerpoint/2010/main" val="2486830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34C7-5FCB-40F1-B64D-381EAC8C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Let’s try it ourselves!</a:t>
            </a:r>
          </a:p>
        </p:txBody>
      </p:sp>
    </p:spTree>
    <p:extLst>
      <p:ext uri="{BB962C8B-B14F-4D97-AF65-F5344CB8AC3E}">
        <p14:creationId xmlns:p14="http://schemas.microsoft.com/office/powerpoint/2010/main" val="39276178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FA43870EC3F1479C794ECA0A85DC3A" ma:contentTypeVersion="2" ma:contentTypeDescription="Create a new document." ma:contentTypeScope="" ma:versionID="064810d467210a95de952a583c0e092c">
  <xsd:schema xmlns:xsd="http://www.w3.org/2001/XMLSchema" xmlns:xs="http://www.w3.org/2001/XMLSchema" xmlns:p="http://schemas.microsoft.com/office/2006/metadata/properties" xmlns:ns2="b364318b-48cb-49ac-ac49-de67ddd977f7" targetNamespace="http://schemas.microsoft.com/office/2006/metadata/properties" ma:root="true" ma:fieldsID="691b68d22381f767a6817b4c67c58c89" ns2:_="">
    <xsd:import namespace="b364318b-48cb-49ac-ac49-de67ddd97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64318b-48cb-49ac-ac49-de67ddd977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8658A8-8C4E-41E7-AE7E-2016A5FB52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B836F7-82AF-4E23-9D21-9859FC9D55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64318b-48cb-49ac-ac49-de67ddd977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A43202-FD69-4248-821B-F7FA1D3D9397}">
  <ds:schemaRefs>
    <ds:schemaRef ds:uri="3d9c2ab7-9c2a-45a6-bf32-9905677724b1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3bd22f07-fb06-4731-b4fe-961d76049ed6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2125</TotalTime>
  <Words>619</Words>
  <Application>Microsoft Office PowerPoint</Application>
  <PresentationFormat>Widescreen</PresentationFormat>
  <Paragraphs>78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Bauhaus 93</vt:lpstr>
      <vt:lpstr>Calibri</vt:lpstr>
      <vt:lpstr>Segoe UI</vt:lpstr>
      <vt:lpstr>Trebuchet MS</vt:lpstr>
      <vt:lpstr>Wingdings 3</vt:lpstr>
      <vt:lpstr>Facet</vt:lpstr>
      <vt:lpstr>Introduction to R and RStudio</vt:lpstr>
      <vt:lpstr>Before Starting…</vt:lpstr>
      <vt:lpstr>Today…</vt:lpstr>
      <vt:lpstr>What is Sentiment Analysis?  </vt:lpstr>
      <vt:lpstr>Uses of Sentiment Analysis</vt:lpstr>
      <vt:lpstr>Why use Sentiment Analysis?</vt:lpstr>
      <vt:lpstr>Some difficulties:   </vt:lpstr>
      <vt:lpstr>What Categories of Sentiment Analysis are there?   </vt:lpstr>
      <vt:lpstr>What do you need?</vt:lpstr>
      <vt:lpstr>Let’s try it ourselves!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 &amp; QGIS: Integrating Statistical and Spatial Data Analysis</dc:title>
  <dc:creator>MCLEAN Andrew</dc:creator>
  <cp:lastModifiedBy>Alex Crest</cp:lastModifiedBy>
  <cp:revision>28</cp:revision>
  <dcterms:created xsi:type="dcterms:W3CDTF">2021-04-29T10:25:44Z</dcterms:created>
  <dcterms:modified xsi:type="dcterms:W3CDTF">2026-04-12T23:32:07Z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0x010100A6FA43870EC3F1479C794ECA0A85DC3A</vt:lpwstr>
  </property>
</Properties>
</file>